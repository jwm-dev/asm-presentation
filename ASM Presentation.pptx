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82d8af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82d8a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82d8af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82d8af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582d8afc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582d8af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582d8afc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582d8afc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582d8afc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582d8afc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582d8afc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582d8af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82d8afc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82d8afc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82d8afc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82d8afc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Assembly Language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The Foundation of Computing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History &amp; Purpose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Born: 1940s-50s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step above machine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Direct hardware control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Characteristics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CPU-specific instructions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Maximum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Minimal abstraction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 versus Assembly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5-11-18 at 9.36.1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409" y="967900"/>
            <a:ext cx="5937177" cy="378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Install Dependencies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Screenshot 2025-11-18 at 9.57.3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950" y="1895475"/>
            <a:ext cx="61341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https://github.com/jwm-dev/asm-presentation/tree/main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Screenshot 2025-11-18 at 9.56.0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923" y="1017725"/>
            <a:ext cx="6494152" cy="34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Ecosystem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Assemblers: NASM, GAS, MASM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Debuggers: GBD, LLDB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cases: kernels, drivers, general optimization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Stack Overflow Survey</a:t>
            </a:r>
            <a:endParaRPr b="1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“Most intimidating”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by 5.7% of developers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Respected but rarely preferred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Takeaway</a:t>
            </a:r>
            <a:endParaRPr b="1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/>
              <a:t>Assembly: View your hardware and software as a single artifact rather than as discrete systems!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